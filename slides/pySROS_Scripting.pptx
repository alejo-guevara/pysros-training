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822960"/>
            <a:ext cx="1280160" cy="12801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Dev? No Problem.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pySROS Scripting for Network Engineers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Out-of-Box  ·  On-Box  ·  Config Changes  ·  Real-World Use Cases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background needed — if you know the CLI, you're ready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521208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960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1887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+ pySROS refresher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90472"/>
            <a:ext cx="8229600" cy="521208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90472"/>
            <a:ext cx="54864" cy="5212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8191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17647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· install · interactive mode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066544"/>
            <a:ext cx="8229600" cy="52120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66544"/>
            <a:ext cx="54864" cy="5212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157984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08760" y="2112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Out-of-Box Scripts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234086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NETCONF — interface status &amp; BGP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42616"/>
            <a:ext cx="8229600" cy="521208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42616"/>
            <a:ext cx="54864" cy="5212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734056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2688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On-Box Scripts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29169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Python directly on SR 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18688"/>
            <a:ext cx="8229600" cy="52120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218688"/>
            <a:ext cx="54864" cy="5212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31012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08760" y="3264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Changes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08760" y="34930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/ edit operations via pySROS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521208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794760"/>
            <a:ext cx="54864" cy="5212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86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08760" y="3840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508760" y="406908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config change across multiple nodes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370832"/>
            <a:ext cx="8229600" cy="52120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370832"/>
            <a:ext cx="54864" cy="521208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46227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08760" y="4416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508760" y="46451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Mode — Import &amp; Connect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223760" y="201168"/>
            <a:ext cx="146304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201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 mode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22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python3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1612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56362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3.10.12 (default ...)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"help" for more info.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3682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pysros.management import connect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= connect(host="clab-srexperts-pe1",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  </a:t>
            </a:r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username="admin", password="admin",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57530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  </a:t>
            </a:r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hostkey_verify=False)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error = session established!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645152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66344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after connect() = session is live. Now start querying the router.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Mode — Your First Queries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223760" y="201168"/>
            <a:ext cx="146304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201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 mode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35204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22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live YANG queries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170432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conn.running.get("/nokia-conf:configure/system/name")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495044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'SR-OS-DEMO-ROUTER'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819656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conn.running.get("/nokia-conf:configure/system/location")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1442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'Amsterdam, Netherlands'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468880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conn.running.get("/nokia-conf:configure/system/contact")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793492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'noc@example.com'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18104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conn.running.get("/nokia-conf:configure/system/name")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42716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76732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SR-OS-DEMO-ROUTER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091940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conn.disconnect()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62272"/>
            <a:ext cx="2651760" cy="5943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462272"/>
            <a:ext cx="265176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354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= YANG tree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change the end of the path to get different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4462272"/>
            <a:ext cx="2651760" cy="5943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4462272"/>
            <a:ext cx="26517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45354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.data = raw value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4754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returned has a .data property for the value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4462272"/>
            <a:ext cx="2651760" cy="5943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4462272"/>
            <a:ext cx="2651760" cy="54864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45354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exit() when done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4754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exit() or Ctrl+D to leave interactive mode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Mode — Drilling Into a Specific Neighbor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23760" y="201168"/>
            <a:ext cx="146304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201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 mode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3931920" cy="40690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3931920" cy="292608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22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 1 — get all, then index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1612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neighbors["192.168.1.1"]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4401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 in n.keys(): print(k)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7190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ip-address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19979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27685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graceful-restart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55574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session-state is inside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8346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statistics container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1135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n["statistics"]["session-state"].data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39242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'Established'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67131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n["statistics"]["last-state"].data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95020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'Active'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2291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n["statistics"]["last-event"].data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45079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'recvOpen'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478688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n["statistics"]["received-paths"].data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822960"/>
            <a:ext cx="3931920" cy="40690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822960"/>
            <a:ext cx="3931920" cy="292608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822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 2 — direct YANG path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11612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YANG path — direct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14401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conn.running.get(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17190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</a:t>
            </a:r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"/nokia-state:state/router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19979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</a:t>
            </a:r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[router-name="Base"]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227685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</a:t>
            </a:r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/bgp/neighbor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255574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</a:t>
            </a:r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[ip-address="192.168.1.1"]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28346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</a:t>
            </a:r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/statistics/session-state")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31135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Leaf('Established')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339242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367131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Other useful fields: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92040" y="395020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/statistics/last-state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42291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/statistics/last-event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92040" y="45079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/statistics/received-paths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4983480"/>
            <a:ext cx="822960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983480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500176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session-state lives inside statistics, not at the top level. Use .keys() at each level to navigate — sparse fields only appear when populated.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4FC3F7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Out-of-Box Scripts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execution via NETCONF from your laptop or automation server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Out-of-Box Execution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1463040"/>
          </a:xfrm>
          <a:prstGeom prst="rect">
            <a:avLst/>
          </a:prstGeom>
          <a:solidFill>
            <a:srgbClr val="1B2A3B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286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pySROS installed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2286000" cy="1463040"/>
          </a:xfrm>
          <a:prstGeom prst="rect">
            <a:avLst/>
          </a:prstGeom>
          <a:solidFill>
            <a:srgbClr val="1B2A3B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097280"/>
            <a:ext cx="228600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NETCONF / SSH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6276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097280"/>
            <a:ext cx="2286000" cy="1463040"/>
          </a:xfrm>
          <a:prstGeom prst="rect">
            <a:avLst/>
          </a:prstGeom>
          <a:solidFill>
            <a:srgbClr val="1B2A3B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097280"/>
            <a:ext cx="228600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OS Node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6276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Containerlab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vSR 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1783080"/>
            <a:ext cx="548640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1783080"/>
            <a:ext cx="548640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34640"/>
            <a:ext cx="54864" cy="20116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88036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connect()  </a:t>
            </a:r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NETCONF session — you pass host, username, password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33756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connection.running.get(path)  </a:t>
            </a:r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live config or state data from the YANG tree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79476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connection.disconnect()  </a:t>
            </a:r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clean up your session when done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25196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hostkey_verify=False  </a:t>
            </a:r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lab/Containerlab — use proper keys in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1 — Interface Status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49440" y="201168"/>
            <a:ext cx="1737360" cy="365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01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out-of-box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3200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22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01_interface_status.py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1430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pysros.management import connect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8531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6276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86994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connect(host="clab-srexperts-pe1",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1122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username="admin", password="admin",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35458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hostkey_verify=False)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 = conn.running.get("/nokia-state:state/port")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83921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port_id, port_data in ports.items():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08152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oper = port_data.get("oper-state", {}).data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3238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admin = port_data.get("admin-state", {}).data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56616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print(f"{port_id:&lt;15} admin={admin:&lt;5} oper={oper}")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8084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conn.disconnect()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60520"/>
            <a:ext cx="54864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062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output:   1/1/1          admin=up    oper=up        1/1/2          admin=up    oper=down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2 — BGP Neighbor State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49440" y="201168"/>
            <a:ext cx="1737360" cy="365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01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out-of-box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3200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22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02_bgp_neighbors.py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1430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pysros.management import connect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8531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6276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BGP_PATH = (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86994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"/nokia-state:state/router[router-name=Base]"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1122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"/bgp/neighbor"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35458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83921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08152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connect(host="clab-srexperts-pe1",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3238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username="admin", password="admin",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56616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hostkey_verify=False)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8084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neighbors = conn.running.get(BGP_PATH)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60520"/>
            <a:ext cx="54864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062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output:   Neighbor 192.168.1.1          State: established        Neighbor 10.0.0.2            State: idle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8C42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On-Box Scripts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running directly on the SR OS node — no external connection needed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Out-of-Box vs On-Box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931920"/>
          </a:xfrm>
          <a:prstGeom prst="rect">
            <a:avLst/>
          </a:prstGeom>
          <a:solidFill>
            <a:srgbClr val="1B2A3B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OUT-OF-BOX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481328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laptop or CI server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984248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47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network access to router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487168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NETCONF over SSH (port 830)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990088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53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Python ecosystem available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493008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56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automation pipelines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995928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59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connect() with host= parameter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3931920" cy="3931920"/>
          </a:xfrm>
          <a:prstGeom prst="rect">
            <a:avLst/>
          </a:prstGeom>
          <a:solidFill>
            <a:srgbClr val="1B2A3B"/>
          </a:solidFill>
          <a:ln w="25400">
            <a:solidFill>
              <a:srgbClr val="FF8C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ON-BOX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1481328"/>
            <a:ext cx="164592" cy="16459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SR OS Python VM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1984248"/>
            <a:ext cx="164592" cy="16459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947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connectivity needed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2487168"/>
            <a:ext cx="164592" cy="16459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connect() with no arguments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2990088"/>
            <a:ext cx="164592" cy="16459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953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EEM / cron / CLI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3493008"/>
            <a:ext cx="164592" cy="16459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456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pySROS + stdlib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3995928"/>
            <a:ext cx="164592" cy="16459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959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latency to router data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 — connect()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0A1520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solidFill>
            <a:srgbClr val="0A2535"/>
          </a:solidFill>
          <a:ln w="12700">
            <a:solidFill>
              <a:srgbClr val="0A25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Out-of-Box  —  with host/credentials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4358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= connect(host="clab-srexperts-pe1", username="admin",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password="admin", hostkey_verify=False)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solidFill>
            <a:srgbClr val="0A1520"/>
          </a:solidFill>
          <a:ln w="25400">
            <a:solidFill>
              <a:srgbClr val="FF8C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60320"/>
            <a:ext cx="8229600" cy="292608"/>
          </a:xfrm>
          <a:prstGeom prst="rect">
            <a:avLst/>
          </a:prstGeom>
          <a:solidFill>
            <a:srgbClr val="2A15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60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On-Box  —  no arguments needed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889504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= connect()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54864" cy="10058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862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running on-box, pySROS connects to the local SR OS instance automatically. The rest of your script — .get(), .set() — is identical. This means the same script logic works both ways with just a one-line change.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3 — On-Box Interface Check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49440" y="201168"/>
            <a:ext cx="1737360" cy="3657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01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3200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solidFill>
            <a:srgbClr val="2A15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22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03_onbox_interface_check.py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1430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pysros.management import connect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8531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pysros.pprint import Table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6276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86994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1122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connect()   # on-box: no args needed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35458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 = conn.running.get("/nokia-state:state/port")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83921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= []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08152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port_id, port_data in ports.items():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3238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oper  = port_data.get("oper-state",  {}).data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56616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admin = port_data.get("admin-state", {}).data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8084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rows.append([port_id, admin, oper])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05079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60520"/>
            <a:ext cx="54864" cy="7772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2062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Deploy: copy script to SR OS → /cf3:/scripts/   |   Run: pyexec /cf3:/scripts/03_onbox_interface_check.py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D166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Changes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set() and candidate config operations — making the router do what you want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vs Writing — The Two Operations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2344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12344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 (get)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conn.running.get("/nokia-conf:configure/system/name")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1143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the running datastore. Returns a pySROS Container or Leaf object.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2344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54864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 (set)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conn.candidate.set(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"/nokia-conf:configure/system/name",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"new-router-name"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2514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the candidate datastore. Changes only take effect after commit().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57600"/>
            <a:ext cx="54864" cy="12344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9776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conn.candidate.commit()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3886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candidate config to running. Use lock=True to prevent concurrent changes.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4 — Set System Description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0" y="201168"/>
            <a:ext cx="2103120" cy="3657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0" y="201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change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solidFill>
            <a:srgbClr val="1A1A00"/>
          </a:solidFill>
          <a:ln w="12700">
            <a:solidFill>
              <a:srgbClr val="1A1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22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04_set_description.py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1430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pysros.management import connect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82573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62214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set_port_description(conn, port, description):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86171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 = f"/nokia-conf:configure/port[port-id={port}]"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101291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"/description"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34086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conn.candidate.set(path, description)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580437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82001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05958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connect(host="clab-srexperts-pe1",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99155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username="admin", password="admin",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53872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hostkey_verify=False)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778301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01787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set_port_description(conn, "1/1/1", "Uplink to Core-01")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25744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set_port_description(conn, "1/1/2", "Peering Link - AS65001")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497019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6B6B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config changes across multiple nodes — the power of automation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5 — Bulk Config Across Multiple Nodes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06640" y="201168"/>
            <a:ext cx="1280160" cy="365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201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22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05_bulk_config.py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1430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pysros.management import connect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38531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6276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 = [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186994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{"host": "clab-srexperts-pe1", "name": "PE1"},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1122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{"host": "clab-srexperts-pe2", "name": "PE2"},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35458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{"host": "clab-srexperts-p1",  "name": "P1" },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283921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08152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apply_ntp_server(conn, ntp_ip):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3238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 = f"/nokia-conf:configure/system/time/ntp"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56616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f"/server[ip-address={ntp_ip}]/prefer"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38084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conn.candidate.set(path, True)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405079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conn.candidate.commit()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429310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453542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477774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NTP = "10.0.0.1"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50200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node in NODES: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Now 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8229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0789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scripts remotely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4081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any SR OS node from your machine via NETCONF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65960"/>
            <a:ext cx="54864" cy="8229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039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on-box scripts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23682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Python directly onto SR OS — no external host needed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26080"/>
            <a:ext cx="54864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2999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config changes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33284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set() + commit() to change anything in the YANG tree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886200"/>
            <a:ext cx="54864" cy="822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9593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at scale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42885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across a node list — change 1 or 100 routers at once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Dev? No Problem. pySROS for Network Engineers</dc:title>
  <dc:subject>PptxGenJS Presentation</dc:subject>
  <dc:creator>PptxGenJS</dc:creator>
  <cp:lastModifiedBy>PptxGenJS</cp:lastModifiedBy>
  <cp:revision>1</cp:revision>
  <dcterms:created xsi:type="dcterms:W3CDTF">2026-02-24T16:21:06Z</dcterms:created>
  <dcterms:modified xsi:type="dcterms:W3CDTF">2026-02-24T16:21:06Z</dcterms:modified>
</cp:coreProperties>
</file>