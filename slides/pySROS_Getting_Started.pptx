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1005840" cy="1005840"/>
          </a:xfrm>
          <a:prstGeom prst="rect">
            <a:avLst>
              <a:gd name="adj" fmla="val 9091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Dev? No Problem.</a:t>
            </a:r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pySROS for Network Engineers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·  Interactive Mode  ·  Your First Scripts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 background needed — if you know the CLI, you're ready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6400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0424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Python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3350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Python 3 is ready to 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822960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55648"/>
            <a:ext cx="64008" cy="6400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556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17922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Virtual Environment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20848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your project in a clean sandbox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822960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05456"/>
            <a:ext cx="64008" cy="6400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054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2542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&amp; Install pySROS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2834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in one command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55264"/>
            <a:ext cx="822960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55264"/>
            <a:ext cx="64008" cy="6400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5526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Interactive Mode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35844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and explore YANG paths live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05072"/>
            <a:ext cx="822960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05072"/>
            <a:ext cx="64008" cy="6400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00507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4041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First Query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43000" y="433425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real data from the router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Virtual Environment?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as...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isolated folder that contains its own Python installation and packages — completely separate from everything else on your machine.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having a dedicated lab bench for each project — no cross-contamination.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05840"/>
            <a:ext cx="402336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1664208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conflicts between projects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322576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286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delete and start fresh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980944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9443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exact dependencies with teammates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639312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6027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your system Python clean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&amp; 2: Check Python · Create venv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64008" cy="12801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216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Python is installed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7955280" cy="4572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727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python3 --version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21945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77440"/>
            <a:ext cx="64008" cy="21945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6791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Virtual Environment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035808"/>
            <a:ext cx="7955280" cy="4572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0358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python3 -m venv pysros-env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 folder called pysros-env containing a self-contained Python environment.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Activate &amp; Install pySROS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5544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64008" cy="1554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pysros-env/bin/activate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7955280" cy="548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prompt changes to: </a:t>
            </a:r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(pysros-env) user@host:~$</a:t>
            </a:r>
            <a:pPr indent="0" marL="0">
              <a:buNone/>
            </a:pPr>
            <a:r>
              <a:rPr lang="en-US" sz="13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You're now inside the sandbox!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8229600" cy="21031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06040"/>
            <a:ext cx="64008" cy="2103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953512"/>
            <a:ext cx="7955280" cy="4572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5351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pysros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install: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794760"/>
            <a:ext cx="7955280" cy="4572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94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show pysros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Enter Python Interactive Mode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venv active, just type: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0756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3.10.12 (default, ...)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45973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"help", "copyright" or "license" for more information.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84378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383280"/>
            <a:ext cx="64008" cy="10058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4290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&gt;&gt;&gt; prompt means Python is listening. Type a line, hit Enter, get an instant response. Perfect for exploring before writing a full script.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Connect &amp; Query the Router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37490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Interactive Session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2618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pysros.management import connect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= connect(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  </a:t>
            </a:r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host="192.168.1.1", username="admin",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4140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  </a:t>
            </a:r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password="admin", hostkey_verify=False)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7980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connection.running.get("/nokia-conf:configure/system/name")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1821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'SR-OS-DEMO-ROUTER'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5661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connection.running.get("/nokia-conf:configure/system/location")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9502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'Amsterdam, Netherlands'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YANG Paths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you pass to .get() is a YANG model path — this is what 'Model Driven' means.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/nokia-conf:configure</a:t>
            </a:r>
            <a:pPr indent="0" marL="0">
              <a:buNone/>
            </a:pPr>
            <a:r>
              <a:rPr lang="en-US" sz="18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/system</a:t>
            </a:r>
            <a:pPr indent="0" marL="0">
              <a:buNone/>
            </a:pPr>
            <a:r>
              <a:rPr lang="en-US" sz="1800" dirty="0">
                <a:solidFill>
                  <a:srgbClr val="FF8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/name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prefix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(the value)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solidFill>
            <a:srgbClr val="00805F"/>
          </a:solidFill>
          <a:ln w="12700">
            <a:solidFill>
              <a:srgbClr val="0080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paths to try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8229600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6265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/nokia-conf:configure/system/name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29626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hostname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01568"/>
            <a:ext cx="8229600" cy="45720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5643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/nokia-conf:configure/system/location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3456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location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95344"/>
            <a:ext cx="8229600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5020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/nokia-conf:configure/system/contact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39502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44398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/nokia-state:state/system/version/version-number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44439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version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784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pysros-env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0" y="9784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virtual environment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270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pysros-env/bin/activate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15270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756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pysros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20756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pySROS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243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26243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interactive mode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729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pysros.management import connect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31729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pySROS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216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connection.running.get("..path..")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37216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router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702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deactivate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42702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the environment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pySROS Documentation: https://network.developer.nokia.com/sr/learn/pysros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Dev? No Problem. pySROS for Network Engineers</dc:title>
  <dc:subject>PptxGenJS Presentation</dc:subject>
  <dc:creator>PptxGenJS</dc:creator>
  <cp:lastModifiedBy>PptxGenJS</cp:lastModifiedBy>
  <cp:revision>1</cp:revision>
  <dcterms:created xsi:type="dcterms:W3CDTF">2026-02-20T23:14:21Z</dcterms:created>
  <dcterms:modified xsi:type="dcterms:W3CDTF">2026-02-20T23:14:21Z</dcterms:modified>
</cp:coreProperties>
</file>