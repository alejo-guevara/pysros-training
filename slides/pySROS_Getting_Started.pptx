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188720"/>
            <a:ext cx="1005840" cy="1005840"/>
          </a:xfrm>
          <a:prstGeom prst="rect">
            <a:avLst>
              <a:gd name="adj" fmla="val 9091"/>
            </a:avLst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88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&gt;&gt;&gt;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Dev? No Problem.</a:t>
            </a:r>
            <a:pPr algn="l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pySROS for Network Engineers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Interactive Mode  ·  Your First Scripts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coding background needed — if you know the CLI, you're ready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4960620"/>
            <a:ext cx="9144000" cy="1828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64008" cy="6400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00584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1042416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Python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1335024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Python 3 is ready to go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55648"/>
            <a:ext cx="8229600" cy="6400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755648"/>
            <a:ext cx="64008" cy="6400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5564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43000" y="179222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Virtual Environment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208483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your project in a clean sandbox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505456"/>
            <a:ext cx="8229600" cy="6400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505456"/>
            <a:ext cx="64008" cy="6400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50545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43000" y="254203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&amp; Install pySROS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283464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in one command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255264"/>
            <a:ext cx="8229600" cy="6400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255264"/>
            <a:ext cx="64008" cy="6400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5526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43000" y="3291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Interactive Mode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43000" y="35844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and explore YANG paths live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005072"/>
            <a:ext cx="8229600" cy="6400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005072"/>
            <a:ext cx="64008" cy="6400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" y="4005072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143000" y="40416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Your First Query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143000" y="4334256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real data from the router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Virtual Environment?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931920" cy="34747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05840"/>
            <a:ext cx="393192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as...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16002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isolated folder that contains its own Python installation and packages — completely separate from everything else on your machine.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2834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having a dedicated lab bench for each project — no cross-contamination.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023360" cy="34747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005840"/>
            <a:ext cx="4023360" cy="54864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097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1664208"/>
            <a:ext cx="201168" cy="201168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16276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conflicts between projects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322576"/>
            <a:ext cx="201168" cy="201168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286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delete and start fresh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2980944"/>
            <a:ext cx="201168" cy="201168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29443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exact dependencies with teammates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3639312"/>
            <a:ext cx="201168" cy="201168"/>
          </a:xfrm>
          <a:prstGeom prst="ellipse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6027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your system Python clean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&amp; 2: Check Python · Create venv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12801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2161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Python is installed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1572768"/>
            <a:ext cx="7955280" cy="45720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727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python3 --version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8229600" cy="219456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77440"/>
            <a:ext cx="64008" cy="219456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231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6791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Virtual Environment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035808"/>
            <a:ext cx="7955280" cy="45720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0358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python3 -m venv pysros-env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4360" y="3566160"/>
            <a:ext cx="7955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creates a folder called pysros-env containing a self-contained Python environment.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Activate &amp; Install pySROS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5544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14400"/>
            <a:ext cx="64008" cy="1554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960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2618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pysros-env/bin/activate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1737360"/>
            <a:ext cx="7955280" cy="54864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9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Your prompt changes to: </a:t>
            </a:r>
            <a:pPr indent="0" marL="0"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(pysros-env) user@host:~$</a:t>
            </a:r>
            <a:pPr indent="0" marL="0">
              <a:buNone/>
            </a:pPr>
            <a:r>
              <a:rPr lang="en-US" sz="1300" dirty="0">
                <a:solidFill>
                  <a:srgbClr val="7A9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← You're now inside the sandbox!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8229600" cy="21031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06040"/>
            <a:ext cx="64008" cy="210312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" y="2953512"/>
            <a:ext cx="7955280" cy="45720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5351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pysros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94360" y="3493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install: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794760"/>
            <a:ext cx="7955280" cy="45720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7947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show pysros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Enter Python Interactive Mode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your venv active, just type: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338328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solidFill>
            <a:srgbClr val="1C3144"/>
          </a:solidFill>
          <a:ln w="12700">
            <a:solidFill>
              <a:srgbClr val="1C31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07568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9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3.10.12 (default, ...)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45973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9B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"help", "copyright" or "license" for more information.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84378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&gt;&gt;&gt; 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100584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383280"/>
            <a:ext cx="64008" cy="1005840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42900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&gt;&gt;&gt; prompt means Python is listening. Type a line, hit Enter, get an instant response. Perfect for exploring before writing a full script.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Connect &amp; Query the Router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374904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solidFill>
            <a:srgbClr val="1C3144"/>
          </a:solidFill>
          <a:ln w="12700">
            <a:solidFill>
              <a:srgbClr val="1C31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868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Interactive Session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26187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&gt;&gt;&gt; </a:t>
            </a:r>
            <a:pPr indent="0" marL="0">
              <a:buNone/>
            </a:pPr>
            <a:r>
              <a:rPr lang="en-US" sz="13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pysros.management import connect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64592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&gt;&gt;&gt; </a:t>
            </a:r>
            <a:pPr indent="0" marL="0">
              <a:buNone/>
            </a:pPr>
            <a:r>
              <a:rPr lang="en-US" sz="13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connect(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02996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...       </a:t>
            </a:r>
            <a:pPr indent="0" marL="0">
              <a:buNone/>
            </a:pPr>
            <a:r>
              <a:rPr lang="en-US" sz="13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host="192.168.1.1", username="admin",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41401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...       </a:t>
            </a:r>
            <a:pPr indent="0" marL="0">
              <a:buNone/>
            </a:pPr>
            <a:r>
              <a:rPr lang="en-US" sz="13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password="admin", hostkey_verify=False)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79806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&gt;&gt;&gt; </a:t>
            </a:r>
            <a:pPr indent="0" marL="0">
              <a:buNone/>
            </a:pPr>
            <a:r>
              <a:rPr lang="en-US" sz="13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connection.running.get("/nokia-conf:configure/system/name")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18211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'SR-OS-DEMO-ROUTER'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356616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&gt;&gt;&gt; </a:t>
            </a:r>
            <a:pPr indent="0" marL="0">
              <a:buNone/>
            </a:pPr>
            <a:r>
              <a:rPr lang="en-US" sz="13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connection.running.get("/nokia-conf:configure/system/location")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95020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'Amsterdam, Netherlands'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YANG Paths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you pass to .get() is a YANG model path — this is what 'Model Driven' means.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C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/nokia-conf:configure</a:t>
            </a:r>
            <a:pPr indent="0" marL="0">
              <a:buNone/>
            </a:pPr>
            <a:r>
              <a:rPr lang="en-US" sz="1800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/system</a:t>
            </a:r>
            <a:pPr indent="0" marL="0">
              <a:buNone/>
            </a:pPr>
            <a:r>
              <a:rPr lang="en-US" sz="1800" dirty="0">
                <a:solidFill>
                  <a:srgbClr val="FF8C9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/name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prefix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2057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52160" y="2057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8C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(the value)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solidFill>
            <a:srgbClr val="00805F"/>
          </a:solidFill>
          <a:ln w="12700">
            <a:solidFill>
              <a:srgbClr val="0080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468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paths to try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907792"/>
            <a:ext cx="8229600" cy="45720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96265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/nokia-conf:configure/system/name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29626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hostname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01568"/>
            <a:ext cx="8229600" cy="457200"/>
          </a:xfrm>
          <a:prstGeom prst="rect">
            <a:avLst/>
          </a:prstGeom>
          <a:solidFill>
            <a:srgbClr val="162233"/>
          </a:solidFill>
          <a:ln w="12700">
            <a:solidFill>
              <a:srgbClr val="1622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45643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/nokia-conf:configure/system/location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675120" y="34564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location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895344"/>
            <a:ext cx="8229600" cy="45720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95020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/nokia-conf:configure/system/contact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9502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info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solidFill>
            <a:srgbClr val="162233"/>
          </a:solidFill>
          <a:ln w="12700">
            <a:solidFill>
              <a:srgbClr val="1622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44398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/nokia-state:state/system/version/version-number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44439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version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97840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venv pysros-env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0" y="9784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virtual environment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62233"/>
          </a:solidFill>
          <a:ln w="12700">
            <a:solidFill>
              <a:srgbClr val="1622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2704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pysros-env/bin/activate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15270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75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pysros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20756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pySROS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02920"/>
          </a:xfrm>
          <a:prstGeom prst="rect">
            <a:avLst/>
          </a:prstGeom>
          <a:solidFill>
            <a:srgbClr val="162233"/>
          </a:solidFill>
          <a:ln w="12700">
            <a:solidFill>
              <a:srgbClr val="1622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6243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26243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interactive mode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029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1729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pysros.management import connect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0" y="31729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pySROS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02920"/>
          </a:xfrm>
          <a:prstGeom prst="rect">
            <a:avLst/>
          </a:prstGeom>
          <a:solidFill>
            <a:srgbClr val="162233"/>
          </a:solidFill>
          <a:ln w="12700">
            <a:solidFill>
              <a:srgbClr val="1622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72160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connection.running.get("..path..")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0" y="3721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router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0292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27024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FF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42702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the environment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B2A3B"/>
          </a:solidFill>
          <a:ln w="12700">
            <a:solidFill>
              <a:srgbClr val="1B2A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846320"/>
            <a:ext cx="82296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pySROS Documentation: https://network.developer.nokia.com/static/sr/learn/pysros/latest/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Dev? No Problem. pySROS for Network Engineers</dc:title>
  <dc:subject>PptxGenJS Presentation</dc:subject>
  <dc:creator>PptxGenJS</dc:creator>
  <cp:lastModifiedBy>PptxGenJS</cp:lastModifiedBy>
  <cp:revision>1</cp:revision>
  <dcterms:created xsi:type="dcterms:W3CDTF">2026-02-20T23:14:21Z</dcterms:created>
  <dcterms:modified xsi:type="dcterms:W3CDTF">2026-02-20T23:14:21Z</dcterms:modified>
</cp:coreProperties>
</file>